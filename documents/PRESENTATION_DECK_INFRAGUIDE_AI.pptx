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4" r:id="rId15"/>
    <p:sldId id="270" r:id="rId16"/>
    <p:sldId id="276" r:id="rId17"/>
    <p:sldId id="275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C52418-776C-8295-D2E8-BA83B6146821}" v="97" dt="2026-06-21T08:43:13.144"/>
    <p1510:client id="{9A7F587A-3759-4D1D-B009-7BCC0D9DB60C}" v="16" dt="2026-06-21T08:57:55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sha Gupta" userId="S::amisha.gupta@cognine.com::fa1598d0-5b37-4231-a471-0c7a830f7c21" providerId="AD" clId="Web-{60C52418-776C-8295-D2E8-BA83B6146821}"/>
    <pc:docChg chg="addSld modSld">
      <pc:chgData name="Amisha Gupta" userId="S::amisha.gupta@cognine.com::fa1598d0-5b37-4231-a471-0c7a830f7c21" providerId="AD" clId="Web-{60C52418-776C-8295-D2E8-BA83B6146821}" dt="2026-06-21T08:43:13.144" v="82"/>
      <pc:docMkLst>
        <pc:docMk/>
      </pc:docMkLst>
      <pc:sldChg chg="addSp delSp modSp">
        <pc:chgData name="Amisha Gupta" userId="S::amisha.gupta@cognine.com::fa1598d0-5b37-4231-a471-0c7a830f7c21" providerId="AD" clId="Web-{60C52418-776C-8295-D2E8-BA83B6146821}" dt="2026-06-21T08:28:53.207" v="12"/>
        <pc:sldMkLst>
          <pc:docMk/>
          <pc:sldMk cId="0" sldId="267"/>
        </pc:sldMkLst>
        <pc:spChg chg="add del mod">
          <ac:chgData name="Amisha Gupta" userId="S::amisha.gupta@cognine.com::fa1598d0-5b37-4231-a471-0c7a830f7c21" providerId="AD" clId="Web-{60C52418-776C-8295-D2E8-BA83B6146821}" dt="2026-06-21T08:28:53.207" v="12"/>
          <ac:spMkLst>
            <pc:docMk/>
            <pc:sldMk cId="0" sldId="267"/>
            <ac:spMk id="5" creationId="{00000000-0000-0000-0000-000000000000}"/>
          </ac:spMkLst>
        </pc:spChg>
        <pc:spChg chg="del">
          <ac:chgData name="Amisha Gupta" userId="S::amisha.gupta@cognine.com::fa1598d0-5b37-4231-a471-0c7a830f7c21" providerId="AD" clId="Web-{60C52418-776C-8295-D2E8-BA83B6146821}" dt="2026-06-21T08:28:01.953" v="0"/>
          <ac:spMkLst>
            <pc:docMk/>
            <pc:sldMk cId="0" sldId="267"/>
            <ac:spMk id="6" creationId="{00000000-0000-0000-0000-000000000000}"/>
          </ac:spMkLst>
        </pc:spChg>
        <pc:graphicFrameChg chg="add del">
          <ac:chgData name="Amisha Gupta" userId="S::amisha.gupta@cognine.com::fa1598d0-5b37-4231-a471-0c7a830f7c21" providerId="AD" clId="Web-{60C52418-776C-8295-D2E8-BA83B6146821}" dt="2026-06-21T08:28:31.406" v="4"/>
          <ac:graphicFrameMkLst>
            <pc:docMk/>
            <pc:sldMk cId="0" sldId="267"/>
            <ac:graphicFrameMk id="7" creationId="{8A2BE712-0E97-10D9-B90A-3143AD751B65}"/>
          </ac:graphicFrameMkLst>
        </pc:graphicFrameChg>
        <pc:graphicFrameChg chg="add del">
          <ac:chgData name="Amisha Gupta" userId="S::amisha.gupta@cognine.com::fa1598d0-5b37-4231-a471-0c7a830f7c21" providerId="AD" clId="Web-{60C52418-776C-8295-D2E8-BA83B6146821}" dt="2026-06-21T08:28:33.844" v="6"/>
          <ac:graphicFrameMkLst>
            <pc:docMk/>
            <pc:sldMk cId="0" sldId="267"/>
            <ac:graphicFrameMk id="9" creationId="{72A327B1-E382-9E43-8854-001488FD62FC}"/>
          </ac:graphicFrameMkLst>
        </pc:graphicFrameChg>
        <pc:graphicFrameChg chg="add del">
          <ac:chgData name="Amisha Gupta" userId="S::amisha.gupta@cognine.com::fa1598d0-5b37-4231-a471-0c7a830f7c21" providerId="AD" clId="Web-{60C52418-776C-8295-D2E8-BA83B6146821}" dt="2026-06-21T08:28:40.488" v="8"/>
          <ac:graphicFrameMkLst>
            <pc:docMk/>
            <pc:sldMk cId="0" sldId="267"/>
            <ac:graphicFrameMk id="11" creationId="{7DC6D23A-8FFC-6580-0639-ABD05220795C}"/>
          </ac:graphicFrameMkLst>
        </pc:graphicFrameChg>
        <pc:graphicFrameChg chg="add del">
          <ac:chgData name="Amisha Gupta" userId="S::amisha.gupta@cognine.com::fa1598d0-5b37-4231-a471-0c7a830f7c21" providerId="AD" clId="Web-{60C52418-776C-8295-D2E8-BA83B6146821}" dt="2026-06-21T08:28:45.035" v="10"/>
          <ac:graphicFrameMkLst>
            <pc:docMk/>
            <pc:sldMk cId="0" sldId="267"/>
            <ac:graphicFrameMk id="13" creationId="{2CBEC2C9-6528-F865-5993-C7C80FB41258}"/>
          </ac:graphicFrameMkLst>
        </pc:graphicFrameChg>
        <pc:graphicFrameChg chg="add del">
          <ac:chgData name="Amisha Gupta" userId="S::amisha.gupta@cognine.com::fa1598d0-5b37-4231-a471-0c7a830f7c21" providerId="AD" clId="Web-{60C52418-776C-8295-D2E8-BA83B6146821}" dt="2026-06-21T08:28:53.207" v="12"/>
          <ac:graphicFrameMkLst>
            <pc:docMk/>
            <pc:sldMk cId="0" sldId="267"/>
            <ac:graphicFrameMk id="15" creationId="{7DC6D23A-8FFC-6580-0639-ABD05220795C}"/>
          </ac:graphicFrameMkLst>
        </pc:graphicFrameChg>
      </pc:sldChg>
      <pc:sldChg chg="addSp modSp">
        <pc:chgData name="Amisha Gupta" userId="S::amisha.gupta@cognine.com::fa1598d0-5b37-4231-a471-0c7a830f7c21" providerId="AD" clId="Web-{60C52418-776C-8295-D2E8-BA83B6146821}" dt="2026-06-21T08:36:15.890" v="34" actId="20577"/>
        <pc:sldMkLst>
          <pc:docMk/>
          <pc:sldMk cId="0" sldId="269"/>
        </pc:sldMkLst>
        <pc:spChg chg="mod">
          <ac:chgData name="Amisha Gupta" userId="S::amisha.gupta@cognine.com::fa1598d0-5b37-4231-a471-0c7a830f7c21" providerId="AD" clId="Web-{60C52418-776C-8295-D2E8-BA83B6146821}" dt="2026-06-21T08:36:15.890" v="34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Amisha Gupta" userId="S::amisha.gupta@cognine.com::fa1598d0-5b37-4231-a471-0c7a830f7c21" providerId="AD" clId="Web-{60C52418-776C-8295-D2E8-BA83B6146821}" dt="2026-06-21T08:29:30.755" v="13" actId="1076"/>
          <ac:spMkLst>
            <pc:docMk/>
            <pc:sldMk cId="0" sldId="269"/>
            <ac:spMk id="5" creationId="{00000000-0000-0000-0000-000000000000}"/>
          </ac:spMkLst>
        </pc:spChg>
        <pc:picChg chg="add mod">
          <ac:chgData name="Amisha Gupta" userId="S::amisha.gupta@cognine.com::fa1598d0-5b37-4231-a471-0c7a830f7c21" providerId="AD" clId="Web-{60C52418-776C-8295-D2E8-BA83B6146821}" dt="2026-06-21T08:29:43.708" v="15" actId="1076"/>
          <ac:picMkLst>
            <pc:docMk/>
            <pc:sldMk cId="0" sldId="269"/>
            <ac:picMk id="6" creationId="{7E09C724-98FD-60A1-2B0A-276A02BF7A31}"/>
          </ac:picMkLst>
        </pc:picChg>
      </pc:sldChg>
      <pc:sldChg chg="addSp modSp">
        <pc:chgData name="Amisha Gupta" userId="S::amisha.gupta@cognine.com::fa1598d0-5b37-4231-a471-0c7a830f7c21" providerId="AD" clId="Web-{60C52418-776C-8295-D2E8-BA83B6146821}" dt="2026-06-21T08:35:48.906" v="26" actId="20577"/>
        <pc:sldMkLst>
          <pc:docMk/>
          <pc:sldMk cId="0" sldId="270"/>
        </pc:sldMkLst>
        <pc:spChg chg="mod">
          <ac:chgData name="Amisha Gupta" userId="S::amisha.gupta@cognine.com::fa1598d0-5b37-4231-a471-0c7a830f7c21" providerId="AD" clId="Web-{60C52418-776C-8295-D2E8-BA83B6146821}" dt="2026-06-21T08:35:48.906" v="26" actId="20577"/>
          <ac:spMkLst>
            <pc:docMk/>
            <pc:sldMk cId="0" sldId="270"/>
            <ac:spMk id="2" creationId="{00000000-0000-0000-0000-000000000000}"/>
          </ac:spMkLst>
        </pc:spChg>
        <pc:picChg chg="add mod">
          <ac:chgData name="Amisha Gupta" userId="S::amisha.gupta@cognine.com::fa1598d0-5b37-4231-a471-0c7a830f7c21" providerId="AD" clId="Web-{60C52418-776C-8295-D2E8-BA83B6146821}" dt="2026-06-21T08:35:34.140" v="24" actId="1076"/>
          <ac:picMkLst>
            <pc:docMk/>
            <pc:sldMk cId="0" sldId="270"/>
            <ac:picMk id="6" creationId="{D69E5245-6B8C-1647-3AF7-5593B16A4240}"/>
          </ac:picMkLst>
        </pc:picChg>
      </pc:sldChg>
      <pc:sldChg chg="addSp modSp">
        <pc:chgData name="Amisha Gupta" userId="S::amisha.gupta@cognine.com::fa1598d0-5b37-4231-a471-0c7a830f7c21" providerId="AD" clId="Web-{60C52418-776C-8295-D2E8-BA83B6146821}" dt="2026-06-21T08:39:40.783" v="55" actId="20577"/>
        <pc:sldMkLst>
          <pc:docMk/>
          <pc:sldMk cId="0" sldId="271"/>
        </pc:sldMkLst>
        <pc:spChg chg="mod">
          <ac:chgData name="Amisha Gupta" userId="S::amisha.gupta@cognine.com::fa1598d0-5b37-4231-a471-0c7a830f7c21" providerId="AD" clId="Web-{60C52418-776C-8295-D2E8-BA83B6146821}" dt="2026-06-21T08:39:40.783" v="55" actId="20577"/>
          <ac:spMkLst>
            <pc:docMk/>
            <pc:sldMk cId="0" sldId="271"/>
            <ac:spMk id="2" creationId="{00000000-0000-0000-0000-000000000000}"/>
          </ac:spMkLst>
        </pc:spChg>
        <pc:picChg chg="add mod">
          <ac:chgData name="Amisha Gupta" userId="S::amisha.gupta@cognine.com::fa1598d0-5b37-4231-a471-0c7a830f7c21" providerId="AD" clId="Web-{60C52418-776C-8295-D2E8-BA83B6146821}" dt="2026-06-21T08:37:29.094" v="38" actId="14100"/>
          <ac:picMkLst>
            <pc:docMk/>
            <pc:sldMk cId="0" sldId="271"/>
            <ac:picMk id="6" creationId="{40BCB8D5-2B31-35CC-5285-8438C3DDEA7C}"/>
          </ac:picMkLst>
        </pc:picChg>
      </pc:sldChg>
      <pc:sldChg chg="addSp delSp modSp">
        <pc:chgData name="Amisha Gupta" userId="S::amisha.gupta@cognine.com::fa1598d0-5b37-4231-a471-0c7a830f7c21" providerId="AD" clId="Web-{60C52418-776C-8295-D2E8-BA83B6146821}" dt="2026-06-21T08:35:58.812" v="28" actId="20577"/>
        <pc:sldMkLst>
          <pc:docMk/>
          <pc:sldMk cId="2712414194" sldId="274"/>
        </pc:sldMkLst>
        <pc:spChg chg="mod">
          <ac:chgData name="Amisha Gupta" userId="S::amisha.gupta@cognine.com::fa1598d0-5b37-4231-a471-0c7a830f7c21" providerId="AD" clId="Web-{60C52418-776C-8295-D2E8-BA83B6146821}" dt="2026-06-21T08:35:58.812" v="28" actId="20577"/>
          <ac:spMkLst>
            <pc:docMk/>
            <pc:sldMk cId="2712414194" sldId="274"/>
            <ac:spMk id="2" creationId="{10A7407E-D8DC-18F5-6AA4-03DCE7246368}"/>
          </ac:spMkLst>
        </pc:spChg>
        <pc:picChg chg="add del mod">
          <ac:chgData name="Amisha Gupta" userId="S::amisha.gupta@cognine.com::fa1598d0-5b37-4231-a471-0c7a830f7c21" providerId="AD" clId="Web-{60C52418-776C-8295-D2E8-BA83B6146821}" dt="2026-06-21T08:31:48.560" v="19"/>
          <ac:picMkLst>
            <pc:docMk/>
            <pc:sldMk cId="2712414194" sldId="274"/>
            <ac:picMk id="6" creationId="{539410A2-1542-15A2-907E-228DA7AEC352}"/>
          </ac:picMkLst>
        </pc:picChg>
        <pc:picChg chg="add mod">
          <ac:chgData name="Amisha Gupta" userId="S::amisha.gupta@cognine.com::fa1598d0-5b37-4231-a471-0c7a830f7c21" providerId="AD" clId="Web-{60C52418-776C-8295-D2E8-BA83B6146821}" dt="2026-06-21T08:32:12.560" v="22" actId="14100"/>
          <ac:picMkLst>
            <pc:docMk/>
            <pc:sldMk cId="2712414194" sldId="274"/>
            <ac:picMk id="7" creationId="{6581657A-D61D-F4E7-31BC-A501875902B0}"/>
          </ac:picMkLst>
        </pc:picChg>
      </pc:sldChg>
      <pc:sldChg chg="addSp delSp modSp add replId">
        <pc:chgData name="Amisha Gupta" userId="S::amisha.gupta@cognine.com::fa1598d0-5b37-4231-a471-0c7a830f7c21" providerId="AD" clId="Web-{60C52418-776C-8295-D2E8-BA83B6146821}" dt="2026-06-21T08:39:27.423" v="51" actId="1076"/>
        <pc:sldMkLst>
          <pc:docMk/>
          <pc:sldMk cId="1341211558" sldId="275"/>
        </pc:sldMkLst>
        <pc:picChg chg="del">
          <ac:chgData name="Amisha Gupta" userId="S::amisha.gupta@cognine.com::fa1598d0-5b37-4231-a471-0c7a830f7c21" providerId="AD" clId="Web-{60C52418-776C-8295-D2E8-BA83B6146821}" dt="2026-06-21T08:38:06.516" v="44"/>
          <ac:picMkLst>
            <pc:docMk/>
            <pc:sldMk cId="1341211558" sldId="275"/>
            <ac:picMk id="6" creationId="{75CD218F-38D1-6C4C-00D7-6A0B7693D637}"/>
          </ac:picMkLst>
        </pc:picChg>
        <pc:picChg chg="add mod">
          <ac:chgData name="Amisha Gupta" userId="S::amisha.gupta@cognine.com::fa1598d0-5b37-4231-a471-0c7a830f7c21" providerId="AD" clId="Web-{60C52418-776C-8295-D2E8-BA83B6146821}" dt="2026-06-21T08:39:27.423" v="51" actId="1076"/>
          <ac:picMkLst>
            <pc:docMk/>
            <pc:sldMk cId="1341211558" sldId="275"/>
            <ac:picMk id="7" creationId="{CE6AD2C4-382D-CB7C-5ED4-7819A925C4B2}"/>
          </ac:picMkLst>
        </pc:picChg>
      </pc:sldChg>
      <pc:sldChg chg="addSp delSp modSp add replId">
        <pc:chgData name="Amisha Gupta" userId="S::amisha.gupta@cognine.com::fa1598d0-5b37-4231-a471-0c7a830f7c21" providerId="AD" clId="Web-{60C52418-776C-8295-D2E8-BA83B6146821}" dt="2026-06-21T08:38:57.220" v="49"/>
        <pc:sldMkLst>
          <pc:docMk/>
          <pc:sldMk cId="445301555" sldId="276"/>
        </pc:sldMkLst>
        <pc:picChg chg="del">
          <ac:chgData name="Amisha Gupta" userId="S::amisha.gupta@cognine.com::fa1598d0-5b37-4231-a471-0c7a830f7c21" providerId="AD" clId="Web-{60C52418-776C-8295-D2E8-BA83B6146821}" dt="2026-06-21T08:38:02.048" v="43"/>
          <ac:picMkLst>
            <pc:docMk/>
            <pc:sldMk cId="445301555" sldId="276"/>
            <ac:picMk id="6" creationId="{C68BED5A-A757-4894-A684-B5F0A4784FE1}"/>
          </ac:picMkLst>
        </pc:picChg>
        <pc:picChg chg="add mod modCrop">
          <ac:chgData name="Amisha Gupta" userId="S::amisha.gupta@cognine.com::fa1598d0-5b37-4231-a471-0c7a830f7c21" providerId="AD" clId="Web-{60C52418-776C-8295-D2E8-BA83B6146821}" dt="2026-06-21T08:38:57.220" v="49"/>
          <ac:picMkLst>
            <pc:docMk/>
            <pc:sldMk cId="445301555" sldId="276"/>
            <ac:picMk id="7" creationId="{B2200A85-A452-4568-9EA9-35F7C93EEB94}"/>
          </ac:picMkLst>
        </pc:picChg>
      </pc:sldChg>
      <pc:sldChg chg="addSp delSp modSp add replId">
        <pc:chgData name="Amisha Gupta" userId="S::amisha.gupta@cognine.com::fa1598d0-5b37-4231-a471-0c7a830f7c21" providerId="AD" clId="Web-{60C52418-776C-8295-D2E8-BA83B6146821}" dt="2026-06-21T08:43:13.144" v="82"/>
        <pc:sldMkLst>
          <pc:docMk/>
          <pc:sldMk cId="3506745796" sldId="277"/>
        </pc:sldMkLst>
        <pc:spChg chg="mod">
          <ac:chgData name="Amisha Gupta" userId="S::amisha.gupta@cognine.com::fa1598d0-5b37-4231-a471-0c7a830f7c21" providerId="AD" clId="Web-{60C52418-776C-8295-D2E8-BA83B6146821}" dt="2026-06-21T08:40:08.424" v="76" actId="20577"/>
          <ac:spMkLst>
            <pc:docMk/>
            <pc:sldMk cId="3506745796" sldId="277"/>
            <ac:spMk id="2" creationId="{5BCF8D4A-5139-D7C0-3E11-442C436F8755}"/>
          </ac:spMkLst>
        </pc:spChg>
        <pc:spChg chg="add del">
          <ac:chgData name="Amisha Gupta" userId="S::amisha.gupta@cognine.com::fa1598d0-5b37-4231-a471-0c7a830f7c21" providerId="AD" clId="Web-{60C52418-776C-8295-D2E8-BA83B6146821}" dt="2026-06-21T08:42:53.863" v="80"/>
          <ac:spMkLst>
            <pc:docMk/>
            <pc:sldMk cId="3506745796" sldId="277"/>
            <ac:spMk id="5" creationId="{A5226B0D-028D-1308-9DF1-8DB063AAB5B4}"/>
          </ac:spMkLst>
        </pc:spChg>
        <pc:picChg chg="del">
          <ac:chgData name="Amisha Gupta" userId="S::amisha.gupta@cognine.com::fa1598d0-5b37-4231-a471-0c7a830f7c21" providerId="AD" clId="Web-{60C52418-776C-8295-D2E8-BA83B6146821}" dt="2026-06-21T08:40:09.893" v="77"/>
          <ac:picMkLst>
            <pc:docMk/>
            <pc:sldMk cId="3506745796" sldId="277"/>
            <ac:picMk id="6" creationId="{E9CD3442-07F7-11F6-87A6-EE620C38FC61}"/>
          </ac:picMkLst>
        </pc:picChg>
        <pc:picChg chg="add del mod">
          <ac:chgData name="Amisha Gupta" userId="S::amisha.gupta@cognine.com::fa1598d0-5b37-4231-a471-0c7a830f7c21" providerId="AD" clId="Web-{60C52418-776C-8295-D2E8-BA83B6146821}" dt="2026-06-21T08:43:13.144" v="82"/>
          <ac:picMkLst>
            <pc:docMk/>
            <pc:sldMk cId="3506745796" sldId="277"/>
            <ac:picMk id="7" creationId="{4CEF6D2B-1783-6FC9-4269-CA91631BDCBC}"/>
          </ac:picMkLst>
        </pc:picChg>
      </pc:sldChg>
    </pc:docChg>
  </pc:docChgLst>
  <pc:docChgLst>
    <pc:chgData name="Amisha Gupta" userId="fa1598d0-5b37-4231-a471-0c7a830f7c21" providerId="ADAL" clId="{B5E30CBC-A1F8-4E77-A3BB-170036960E1E}"/>
    <pc:docChg chg="custSel modSld">
      <pc:chgData name="Amisha Gupta" userId="fa1598d0-5b37-4231-a471-0c7a830f7c21" providerId="ADAL" clId="{B5E30CBC-A1F8-4E77-A3BB-170036960E1E}" dt="2026-06-21T08:58:01.966" v="66" actId="20577"/>
      <pc:docMkLst>
        <pc:docMk/>
      </pc:docMkLst>
      <pc:sldChg chg="addSp delSp modSp mod">
        <pc:chgData name="Amisha Gupta" userId="fa1598d0-5b37-4231-a471-0c7a830f7c21" providerId="ADAL" clId="{B5E30CBC-A1F8-4E77-A3BB-170036960E1E}" dt="2026-06-21T08:58:01.966" v="66" actId="20577"/>
        <pc:sldMkLst>
          <pc:docMk/>
          <pc:sldMk cId="3506745796" sldId="277"/>
        </pc:sldMkLst>
        <pc:spChg chg="mod">
          <ac:chgData name="Amisha Gupta" userId="fa1598d0-5b37-4231-a471-0c7a830f7c21" providerId="ADAL" clId="{B5E30CBC-A1F8-4E77-A3BB-170036960E1E}" dt="2026-06-21T08:57:45.467" v="55" actId="108"/>
          <ac:spMkLst>
            <pc:docMk/>
            <pc:sldMk cId="3506745796" sldId="277"/>
            <ac:spMk id="2" creationId="{5BCF8D4A-5139-D7C0-3E11-442C436F8755}"/>
          </ac:spMkLst>
        </pc:spChg>
        <pc:spChg chg="add mod">
          <ac:chgData name="Amisha Gupta" userId="fa1598d0-5b37-4231-a471-0c7a830f7c21" providerId="ADAL" clId="{B5E30CBC-A1F8-4E77-A3BB-170036960E1E}" dt="2026-06-21T08:58:01.966" v="66" actId="20577"/>
          <ac:spMkLst>
            <pc:docMk/>
            <pc:sldMk cId="3506745796" sldId="277"/>
            <ac:spMk id="15" creationId="{E388B4D5-A20D-6B92-7C21-99272E068AD9}"/>
          </ac:spMkLst>
        </pc:spChg>
        <pc:spChg chg="add mod">
          <ac:chgData name="Amisha Gupta" userId="fa1598d0-5b37-4231-a471-0c7a830f7c21" providerId="ADAL" clId="{B5E30CBC-A1F8-4E77-A3BB-170036960E1E}" dt="2026-06-21T08:57:22.724" v="54" actId="14100"/>
          <ac:spMkLst>
            <pc:docMk/>
            <pc:sldMk cId="3506745796" sldId="277"/>
            <ac:spMk id="19" creationId="{C523A3CD-AB08-5411-E93E-5239F15E8E8D}"/>
          </ac:spMkLst>
        </pc:spChg>
        <pc:graphicFrameChg chg="add del mod">
          <ac:chgData name="Amisha Gupta" userId="fa1598d0-5b37-4231-a471-0c7a830f7c21" providerId="ADAL" clId="{B5E30CBC-A1F8-4E77-A3BB-170036960E1E}" dt="2026-06-21T08:49:48.276" v="5" actId="478"/>
          <ac:graphicFrameMkLst>
            <pc:docMk/>
            <pc:sldMk cId="3506745796" sldId="277"/>
            <ac:graphicFrameMk id="5" creationId="{E9F8413A-2811-8153-0204-26211F30976C}"/>
          </ac:graphicFrameMkLst>
        </pc:graphicFrameChg>
        <pc:graphicFrameChg chg="add del mod">
          <ac:chgData name="Amisha Gupta" userId="fa1598d0-5b37-4231-a471-0c7a830f7c21" providerId="ADAL" clId="{B5E30CBC-A1F8-4E77-A3BB-170036960E1E}" dt="2026-06-21T08:49:46.779" v="4" actId="478"/>
          <ac:graphicFrameMkLst>
            <pc:docMk/>
            <pc:sldMk cId="3506745796" sldId="277"/>
            <ac:graphicFrameMk id="6" creationId="{70C84301-E0BD-4945-4819-F79E8199AA1E}"/>
          </ac:graphicFrameMkLst>
        </pc:graphicFrameChg>
        <pc:graphicFrameChg chg="add del mod">
          <ac:chgData name="Amisha Gupta" userId="fa1598d0-5b37-4231-a471-0c7a830f7c21" providerId="ADAL" clId="{B5E30CBC-A1F8-4E77-A3BB-170036960E1E}" dt="2026-06-21T08:51:08.975" v="8" actId="478"/>
          <ac:graphicFrameMkLst>
            <pc:docMk/>
            <pc:sldMk cId="3506745796" sldId="277"/>
            <ac:graphicFrameMk id="7" creationId="{8C925AAD-9F67-43CA-2AF3-5E1AAF69D23D}"/>
          </ac:graphicFrameMkLst>
        </pc:graphicFrameChg>
        <pc:graphicFrameChg chg="add del mod">
          <ac:chgData name="Amisha Gupta" userId="fa1598d0-5b37-4231-a471-0c7a830f7c21" providerId="ADAL" clId="{B5E30CBC-A1F8-4E77-A3BB-170036960E1E}" dt="2026-06-21T08:51:23.080" v="10" actId="478"/>
          <ac:graphicFrameMkLst>
            <pc:docMk/>
            <pc:sldMk cId="3506745796" sldId="277"/>
            <ac:graphicFrameMk id="8" creationId="{FD19F7AD-1A5A-049F-F1B5-F0C24C2AAC4C}"/>
          </ac:graphicFrameMkLst>
        </pc:graphicFrameChg>
        <pc:graphicFrameChg chg="add del mod">
          <ac:chgData name="Amisha Gupta" userId="fa1598d0-5b37-4231-a471-0c7a830f7c21" providerId="ADAL" clId="{B5E30CBC-A1F8-4E77-A3BB-170036960E1E}" dt="2026-06-21T08:51:28.417" v="12" actId="478"/>
          <ac:graphicFrameMkLst>
            <pc:docMk/>
            <pc:sldMk cId="3506745796" sldId="277"/>
            <ac:graphicFrameMk id="9" creationId="{72A6BBDC-B5A5-1E7C-1F2F-3850726B4225}"/>
          </ac:graphicFrameMkLst>
        </pc:graphicFrameChg>
        <pc:graphicFrameChg chg="add del mod">
          <ac:chgData name="Amisha Gupta" userId="fa1598d0-5b37-4231-a471-0c7a830f7c21" providerId="ADAL" clId="{B5E30CBC-A1F8-4E77-A3BB-170036960E1E}" dt="2026-06-21T08:51:34.890" v="14" actId="478"/>
          <ac:graphicFrameMkLst>
            <pc:docMk/>
            <pc:sldMk cId="3506745796" sldId="277"/>
            <ac:graphicFrameMk id="10" creationId="{2D16130D-F609-3EC7-5719-62921E8636EE}"/>
          </ac:graphicFrameMkLst>
        </pc:graphicFrameChg>
        <pc:graphicFrameChg chg="add mod">
          <ac:chgData name="Amisha Gupta" userId="fa1598d0-5b37-4231-a471-0c7a830f7c21" providerId="ADAL" clId="{B5E30CBC-A1F8-4E77-A3BB-170036960E1E}" dt="2026-06-21T08:57:55.142" v="57"/>
          <ac:graphicFrameMkLst>
            <pc:docMk/>
            <pc:sldMk cId="3506745796" sldId="277"/>
            <ac:graphicFrameMk id="11" creationId="{D13C5F68-204A-32E0-9CBF-7E98A1891476}"/>
          </ac:graphicFrameMkLst>
        </pc:graphicFrameChg>
        <pc:picChg chg="add del">
          <ac:chgData name="Amisha Gupta" userId="fa1598d0-5b37-4231-a471-0c7a830f7c21" providerId="ADAL" clId="{B5E30CBC-A1F8-4E77-A3BB-170036960E1E}" dt="2026-06-21T08:52:55.784" v="19" actId="478"/>
          <ac:picMkLst>
            <pc:docMk/>
            <pc:sldMk cId="3506745796" sldId="277"/>
            <ac:picMk id="13" creationId="{D9301E25-5835-70B6-04A3-90299CA29364}"/>
          </ac:picMkLst>
        </pc:picChg>
        <pc:cxnChg chg="add del mod">
          <ac:chgData name="Amisha Gupta" userId="fa1598d0-5b37-4231-a471-0c7a830f7c21" providerId="ADAL" clId="{B5E30CBC-A1F8-4E77-A3BB-170036960E1E}" dt="2026-06-21T08:56:05.428" v="39" actId="478"/>
          <ac:cxnSpMkLst>
            <pc:docMk/>
            <pc:sldMk cId="3506745796" sldId="277"/>
            <ac:cxnSpMk id="17" creationId="{386F9A69-9758-0559-3C74-3072F5D98076}"/>
          </ac:cxnSpMkLst>
        </pc:cxnChg>
        <pc:cxnChg chg="add">
          <ac:chgData name="Amisha Gupta" userId="fa1598d0-5b37-4231-a471-0c7a830f7c21" providerId="ADAL" clId="{B5E30CBC-A1F8-4E77-A3BB-170036960E1E}" dt="2026-06-21T08:56:24.530" v="45" actId="11529"/>
          <ac:cxnSpMkLst>
            <pc:docMk/>
            <pc:sldMk cId="3506745796" sldId="277"/>
            <ac:cxnSpMk id="22" creationId="{C1BB1918-BEF4-CB8B-B8A9-127469159ED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56CEE-7C6C-4293-921E-749841EA8845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255D-5836-4CAB-A1F2-4E05336C9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045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255D-5836-4CAB-A1F2-4E05336C9E5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385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86CC17-91E1-E218-89C6-7896104A808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77489" y="274638"/>
            <a:ext cx="976461" cy="25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62.72.30.227:5174/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81328" y="53035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C201E"/>
                </a:solidFill>
              </a:rPr>
              <a:t>InfraGuide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0789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562"/>
                </a:solidFill>
              </a:rPr>
              <a:t>Cloud Migration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F5496"/>
                </a:solidFill>
              </a:rPr>
              <a:t>From application repository to practical cloud migration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F5D50"/>
                </a:solidFill>
              </a:rPr>
              <a:t>Repository analysis ? Groq reasoning ? MCP cloud intelligence ? Regional pricing ? Word 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3977639"/>
            <a:ext cx="1691640" cy="105156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496"/>
                </a:solidFill>
              </a:rPr>
              <a:t>Analyze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Scan 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977639"/>
            <a:ext cx="1691640" cy="105156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D50"/>
                </a:solidFill>
              </a:rPr>
              <a:t>Recommend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Map cloud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977639"/>
            <a:ext cx="1691640" cy="1051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496"/>
                </a:solidFill>
              </a:rPr>
              <a:t>Price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Compare regions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3977639"/>
            <a:ext cx="1691640" cy="1051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D50"/>
                </a:solidFill>
              </a:rPr>
              <a:t>Blueprint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Export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11475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B6562"/>
                </a:solidFill>
              </a:rPr>
              <a:t>InfraGuide AI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562"/>
                </a:solidFill>
              </a:rPr>
              <a:t>Page-wise presentation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75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B6562"/>
                </a:solidFill>
              </a:rPr>
              <a:t>InfraGuide AI | 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072644"/>
              </p:ext>
            </p:extLst>
          </p:nvPr>
        </p:nvGraphicFramePr>
        <p:xfrm>
          <a:off x="1143000" y="1234440"/>
          <a:ext cx="992124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0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0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24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5496"/>
                          </a:solidFill>
                        </a:rPr>
                        <a:t>Slide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5496"/>
                          </a:solidFill>
                        </a:rPr>
                        <a:t>Section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Overview: Project Problem And Goal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Why We Chose This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Technologies, Frameworks, Dependencies And 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Technical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Problem Solved And End-User 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AI Concepts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Repository Analysis And Readiness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Blueprint Output Sections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Application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Demo Walkthrough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C201E"/>
                          </a:solidFill>
                        </a:rPr>
                        <a:t>13-1</a:t>
                      </a:r>
                      <a:r>
                        <a:rPr lang="en-US" sz="1200" dirty="0">
                          <a:solidFill>
                            <a:srgbClr val="1C201E"/>
                          </a:solidFill>
                        </a:rPr>
                        <a:t>8</a:t>
                      </a:r>
                      <a:endParaRPr sz="1200" dirty="0">
                        <a:solidFill>
                          <a:srgbClr val="1C201E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01E"/>
                          </a:solidFill>
                        </a:rPr>
                        <a:t>Screenshots To Paste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2244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C201E"/>
                          </a:solidFill>
                        </a:rPr>
                        <a:t>1</a:t>
                      </a:r>
                      <a:r>
                        <a:rPr lang="en-US" sz="1200" dirty="0">
                          <a:solidFill>
                            <a:srgbClr val="1C201E"/>
                          </a:solidFill>
                        </a:rPr>
                        <a:t>9</a:t>
                      </a:r>
                      <a:endParaRPr sz="1200" dirty="0">
                        <a:solidFill>
                          <a:srgbClr val="1C201E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C201E"/>
                          </a:solidFill>
                        </a:rPr>
                        <a:t>Closing 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Overview: Project Problem And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1475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B6562"/>
                </a:solidFill>
              </a:rPr>
              <a:t>InfraGuide AI |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566160" cy="187451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E06C43"/>
                </a:solidFill>
              </a:rPr>
              <a:t>Problem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Cloud migration assessment usually needs manual code review, cloud service mapping, pricing checks, risk review, and a final migration document.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566160" cy="187451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D50"/>
                </a:solidFill>
              </a:rPr>
              <a:t>Goal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InfraGuide AI generates a first-pass cloud migration blueprint from a GitHub repository or uploaded project ZIP.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325880"/>
            <a:ext cx="3566160" cy="187451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496"/>
                </a:solidFill>
              </a:rPr>
              <a:t>Output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Technology stack, readiness score, recommended services, cost and strategy, dependencies, security, roadmap, and Word export.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77639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D50"/>
                </a:solidFill>
              </a:rPr>
              <a:t>The product helps teams move from uncertain application discovery to a structured migration plan quickly.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Why We Chose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1475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B6562"/>
                </a:solidFill>
              </a:rPr>
              <a:t>InfraGuide AI |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C201E"/>
                </a:solidFill>
              </a:defRPr>
            </a:pPr>
            <a:r>
              <a:t>Cloud migration planning is a real-world problem faced by developers, DevOps teams, architects, consultants, and modernization teams.</a:t>
            </a:r>
          </a:p>
          <a:p>
            <a:pPr>
              <a:defRPr sz="1500">
                <a:solidFill>
                  <a:srgbClr val="1C201E"/>
                </a:solidFill>
              </a:defRPr>
            </a:pPr>
            <a:r>
              <a:t>Most early migration assessments require separate tools for repository review, cloud service mapping, pricing, and documentation.</a:t>
            </a:r>
          </a:p>
          <a:p>
            <a:pPr>
              <a:defRPr sz="1500">
                <a:solidFill>
                  <a:srgbClr val="1C201E"/>
                </a:solidFill>
              </a:defRPr>
            </a:pPr>
            <a:r>
              <a:t>The project provides a practical use case for AI plus tools: Groq explains and reasons; MCP fetches pricing and validates cloud capabilities.</a:t>
            </a:r>
          </a:p>
          <a:p>
            <a:pPr>
              <a:defRPr sz="1500">
                <a:solidFill>
                  <a:srgbClr val="1C201E"/>
                </a:solidFill>
              </a:defRPr>
            </a:pPr>
            <a:r>
              <a:t>It demonstrates multi-cloud thinking across AWS, Azure, and GCP rather than being locked into one provider.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886200"/>
            <a:ext cx="4754880" cy="132588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D50"/>
                </a:solidFill>
              </a:rPr>
              <a:t>Why It Matters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A developer or migration team can submit an application and quickly understand what must change before moving to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4754880" cy="132588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496"/>
                </a:solidFill>
              </a:rPr>
              <a:t>Practical Outcome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The generated blueprint can be discussed with stakeholders before detailed migration execution begins.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Technologies, Frameworks, Dependencies And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1475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B6562"/>
                </a:solidFill>
              </a:rPr>
              <a:t>InfraGuide AI |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491072"/>
              </p:ext>
            </p:extLst>
          </p:nvPr>
        </p:nvGraphicFramePr>
        <p:xfrm>
          <a:off x="502920" y="1157591"/>
          <a:ext cx="11201400" cy="4328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334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2F5496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2F5496"/>
                          </a:solidFill>
                        </a:rPr>
                        <a:t>Technology / Dependency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2F5496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80" dirty="0">
                          <a:solidFill>
                            <a:srgbClr val="1C201E"/>
                          </a:solidFill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 dirty="0">
                          <a:solidFill>
                            <a:srgbClr val="1C201E"/>
                          </a:solidFill>
                        </a:rPr>
                        <a:t>React, TypeScript, Vite, Tailwind CSS, </a:t>
                      </a:r>
                      <a:r>
                        <a:rPr sz="980" dirty="0" err="1">
                          <a:solidFill>
                            <a:srgbClr val="1C201E"/>
                          </a:solidFill>
                        </a:rPr>
                        <a:t>Lucide</a:t>
                      </a:r>
                      <a:r>
                        <a:rPr sz="980" dirty="0">
                          <a:solidFill>
                            <a:srgbClr val="1C201E"/>
                          </a:solidFill>
                        </a:rPr>
                        <a:t> 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Input modal, report UI, pricing modal, Word download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 dirty="0">
                          <a:solidFill>
                            <a:srgbClr val="1C201E"/>
                          </a:solidFill>
                        </a:rPr>
                        <a:t>Python, </a:t>
                      </a:r>
                      <a:r>
                        <a:rPr sz="980" dirty="0" err="1">
                          <a:solidFill>
                            <a:srgbClr val="1C201E"/>
                          </a:solidFill>
                        </a:rPr>
                        <a:t>FastAPI</a:t>
                      </a:r>
                      <a:r>
                        <a:rPr sz="980" dirty="0">
                          <a:solidFill>
                            <a:srgbClr val="1C201E"/>
                          </a:solidFill>
                        </a:rPr>
                        <a:t>, </a:t>
                      </a:r>
                      <a:r>
                        <a:rPr sz="980" dirty="0" err="1">
                          <a:solidFill>
                            <a:srgbClr val="1C201E"/>
                          </a:solidFill>
                        </a:rPr>
                        <a:t>Pydantic</a:t>
                      </a:r>
                      <a:r>
                        <a:rPr sz="980" dirty="0">
                          <a:solidFill>
                            <a:srgbClr val="1C201E"/>
                          </a:solidFill>
                        </a:rPr>
                        <a:t>, HTTPX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 dirty="0">
                          <a:solidFill>
                            <a:srgbClr val="1C201E"/>
                          </a:solidFill>
                        </a:rPr>
                        <a:t>Assessment APIs, validation, orchestration, MCP bridge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Repository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Git clone/subprocess, static file scanning, pattern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Detect stack, dependencies, CI/CD, containers, governance signals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AI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Groq API, structured JSON prompts, fallback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Migration strategy, guidance, sizing, architect 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MCP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Python MCP FastMCP, Bridge API, provider 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Pricing, service availability, runtime support, limits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Cache provider pricing and catalog responses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1C201E"/>
                          </a:solidFill>
                        </a:rPr>
                        <a:t>Docker, Docker Compose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80" dirty="0">
                          <a:solidFill>
                            <a:srgbClr val="1C201E"/>
                          </a:solidFill>
                        </a:rPr>
                        <a:t>Run app services with Redis as separate cache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F5D50"/>
                </a:solidFill>
              </a:rPr>
              <a:t>Methodology: deterministic repository analysis first, AI refinement second, tool-backed cloud pricing and validation through MCP, then fallback-safe blueprint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1475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B6562"/>
                </a:solidFill>
              </a:rPr>
              <a:t>InfraGuide AI |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55448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828800"/>
            <a:ext cx="155448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React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155448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828800"/>
            <a:ext cx="155448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Analyzer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155448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828800"/>
            <a:ext cx="155448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Blueprint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3246120"/>
            <a:ext cx="1554480" cy="530352"/>
          </a:xfrm>
          <a:prstGeom prst="roundRect">
            <a:avLst/>
          </a:prstGeom>
          <a:solidFill>
            <a:srgbClr val="D9EAF7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Groq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246120"/>
            <a:ext cx="155448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MCP Bridge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246120"/>
            <a:ext cx="1554480" cy="530352"/>
          </a:xfrm>
          <a:prstGeom prst="roundRect">
            <a:avLst/>
          </a:prstGeom>
          <a:solidFill>
            <a:srgbClr val="D9EAF7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MCP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3246120"/>
            <a:ext cx="155448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Provider APIs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572000"/>
            <a:ext cx="1554480" cy="530352"/>
          </a:xfrm>
          <a:prstGeom prst="roundRect">
            <a:avLst/>
          </a:prstGeom>
          <a:solidFill>
            <a:srgbClr val="D9EAF7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Redis Cache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91640" y="2093976"/>
            <a:ext cx="22860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54680" y="2093976"/>
            <a:ext cx="22860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7720" y="2093976"/>
            <a:ext cx="22860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2093976"/>
            <a:ext cx="22860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2093976"/>
            <a:ext cx="210312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23560" y="2359152"/>
            <a:ext cx="0" cy="886968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86600" y="2359152"/>
            <a:ext cx="0" cy="886968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43800" y="3511296"/>
            <a:ext cx="22860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98280" y="3511296"/>
            <a:ext cx="13716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49640" y="3776472"/>
            <a:ext cx="0" cy="795528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5D50"/>
                </a:solidFill>
              </a:rPr>
              <a:t>The architecture separates repository analysis, AI reasoning, pricing tools, cloud validation, and final report rendering.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Problem Solved And End-User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1475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B6562"/>
                </a:solidFill>
              </a:rPr>
              <a:t>InfraGuide AI |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16459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496"/>
                </a:solidFill>
              </a:rPr>
              <a:t>For Developers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Quickly understand application stack, dependencies, missing containerization, cloud compatibility, and migration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474720" cy="16459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D50"/>
                </a:solidFill>
              </a:rPr>
              <a:t>For DevOps Teams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See CI/CD, infrastructure, runtime, service, and observability gaps before migration planning starts.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325880"/>
            <a:ext cx="3474720" cy="16459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E06C43"/>
                </a:solidFill>
              </a:rPr>
              <a:t>For Architects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Compare provider services, readiness, risks, costs, and roadmap before selecting a target architecture.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C201E"/>
                </a:solidFill>
              </a:defRPr>
            </a:pPr>
            <a:r>
              <a:t>Reduces manual discovery time for first-pass migration assessment.</a:t>
            </a:r>
          </a:p>
          <a:p>
            <a:pPr>
              <a:defRPr sz="1500">
                <a:solidFill>
                  <a:srgbClr val="1C201E"/>
                </a:solidFill>
              </a:defRPr>
            </a:pPr>
            <a:r>
              <a:t>Creates consistent assessment output across different application repositories.</a:t>
            </a:r>
          </a:p>
          <a:p>
            <a:pPr>
              <a:defRPr sz="1500">
                <a:solidFill>
                  <a:srgbClr val="1C201E"/>
                </a:solidFill>
              </a:defRPr>
            </a:pPr>
            <a:r>
              <a:t>Improves stakeholder communication using a downloadable migration blueprint.</a:t>
            </a:r>
          </a:p>
          <a:p>
            <a:pPr>
              <a:defRPr sz="1500">
                <a:solidFill>
                  <a:srgbClr val="1C201E"/>
                </a:solidFill>
              </a:defRPr>
            </a:pPr>
            <a:r>
              <a:t>Supports cloud cost visibility before detailed migration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AI Concepts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1475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B6562"/>
                </a:solidFill>
              </a:rPr>
              <a:t>InfraGuide AI |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520440" cy="13716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496"/>
                </a:solidFill>
              </a:rPr>
              <a:t>Hybrid AI Approach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Deterministic repository analysis creates facts. Groq uses those facts to improve reasoning and explanation.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20440" cy="137160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D50"/>
                </a:solidFill>
              </a:rPr>
              <a:t>Fact-Grounded Prompting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Prompts instruct the model to use only repository facts and selected migration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34440"/>
            <a:ext cx="352044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496"/>
                </a:solidFill>
              </a:rPr>
              <a:t>Structured JSON Output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Where the app needs structured responses, prompts request JSON for parsing and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352044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D50"/>
                </a:solidFill>
              </a:rPr>
              <a:t>Tool-Augmented Intelligence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MCP tools provide pricing, service availability, runtime support, limits, and health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154680"/>
            <a:ext cx="3520440" cy="13716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E06C43"/>
                </a:solidFill>
              </a:rPr>
              <a:t>Fallback Logic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If Groq or provider data is unavailable, local analysis and rule-based recommendations still produce a usable blueprint.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154680"/>
            <a:ext cx="3520440" cy="13716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496"/>
                </a:solidFill>
              </a:rPr>
              <a:t>Requirement-Aware Reasoning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Goal, traffic, budget, and timeline influence sizing, strategy, roadmap, governance, and cost assumptions.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Repository Analysis And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1475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B6562"/>
                </a:solidFill>
              </a:rPr>
              <a:t>InfraGuide AI |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1E"/>
                </a:solidFill>
              </a:rPr>
              <a:t>The analyzer scans project files and produces a structured repository profile before AI reasoning is applied.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28800"/>
          <a:ext cx="107899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5496"/>
                          </a:solidFill>
                        </a:rPr>
                        <a:t>Detected Area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5496"/>
                          </a:solidFill>
                        </a:rPr>
                        <a:t>Examples In Output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01E"/>
                          </a:solidFill>
                        </a:rPr>
                        <a:t>Technology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01E"/>
                          </a:solidFill>
                        </a:rPr>
                        <a:t>Languages, frameworks, runtimes, package managers, hosting model, deployment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01E"/>
                          </a:solidFill>
                        </a:rPr>
                        <a:t>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01E"/>
                          </a:solidFill>
                        </a:rPr>
                        <a:t>Databases, cloud dependencies, external dependencies, dependency 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01E"/>
                          </a:solidFill>
                        </a:rPr>
                        <a:t>Cloud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01E"/>
                          </a:solidFill>
                        </a:rPr>
                        <a:t>Score, complexity, runtime compatibility, database compatibility, container readiness, configuration readiness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01E"/>
                          </a:solidFill>
                        </a:rPr>
                        <a:t>Governance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01E"/>
                          </a:solidFill>
                        </a:rPr>
                        <a:t>Hardcoded secret patterns, missing CI/CD, missing IaC, missing containerization, database migration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01E"/>
                          </a:solidFill>
                        </a:rPr>
                        <a:t>Requirement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01E"/>
                          </a:solidFill>
                        </a:rPr>
                        <a:t>Traffic, budget, goal, timeline converted into sizing and roadmap assumptions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4864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5D50"/>
                </a:solidFill>
              </a:rPr>
              <a:t>Readiness is explainable: each score is backed by detected signals and score breakdown 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Blueprint Output Sections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1475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B6562"/>
                </a:solidFill>
              </a:rPr>
              <a:t>InfraGuide AI |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107899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F5496"/>
                          </a:solidFill>
                        </a:rPr>
                        <a:t>Section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F5496"/>
                          </a:solidFill>
                        </a:rPr>
                        <a:t>What It Explains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Technology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Detected stack, hosting, runtime, databases, containers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Cloud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Score, complexity, compatibility, score breakdown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Cloud Service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MCP check for service availability by 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Recommended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Provider-specific runtime, storage, database, secrets, monitoring,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Runtime Compatibility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MCP check for runtime support on selected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Cost And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Monthly/annual estimate, region, line items, assumptions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Cloud, external, and application dependency 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Risk, passed checks, issues, recommendations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Modernization And Roadmap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01E"/>
                          </a:solidFill>
                        </a:rPr>
                        <a:t>Opportunities and phased migration steps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1475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B6562"/>
                </a:solidFill>
              </a:rPr>
              <a:t>InfraGuide AI |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325880" cy="62179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Input Repo / ZIP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1691640"/>
            <a:ext cx="1325880" cy="62179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Validate Fields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691640"/>
            <a:ext cx="1325880" cy="62179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Clone / Extract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691640"/>
            <a:ext cx="1325880" cy="62179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Analyze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691640"/>
            <a:ext cx="1325880" cy="621792"/>
          </a:xfrm>
          <a:prstGeom prst="roundRect">
            <a:avLst/>
          </a:prstGeom>
          <a:solidFill>
            <a:srgbClr val="D9EAF7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Groq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691640"/>
            <a:ext cx="1325880" cy="621792"/>
          </a:xfrm>
          <a:prstGeom prst="roundRect">
            <a:avLst/>
          </a:prstGeom>
          <a:solidFill>
            <a:srgbClr val="D9EAF7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MCP Pricing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1691640"/>
            <a:ext cx="1325880" cy="621792"/>
          </a:xfrm>
          <a:prstGeom prst="roundRect">
            <a:avLst/>
          </a:prstGeom>
          <a:solidFill>
            <a:srgbClr val="F4F7FB"/>
          </a:solidFill>
          <a:ln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C201E"/>
                </a:solidFill>
              </a:rPr>
              <a:t>Generate Report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2002536"/>
            <a:ext cx="22860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83280" y="2002536"/>
            <a:ext cx="22860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2002536"/>
            <a:ext cx="22860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92240" y="2002536"/>
            <a:ext cx="22860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2002536"/>
            <a:ext cx="22860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01200" y="2002536"/>
            <a:ext cx="228600" cy="0"/>
          </a:xfrm>
          <a:prstGeom prst="line">
            <a:avLst/>
          </a:prstGeom>
          <a:ln w="1778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3246120"/>
            <a:ext cx="4937760" cy="132588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D50"/>
                </a:solidFill>
              </a:rPr>
              <a:t>Pricing And Validation Branch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Regional pricing, service availability, runtime support, service limits, and health checks are handled through MCP tools and Redis cache.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246120"/>
            <a:ext cx="4937760" cy="132588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E06C43"/>
                </a:solidFill>
              </a:rPr>
              <a:t>Fallback Branch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If Groq, MCP, provider API, or cache fails, the system keeps the blueprint usable with deterministic analysis and fallback estimates.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F5496"/>
                </a:solidFill>
              </a:rPr>
              <a:t>Final output: on-screen migration blueprint plus downloadable Word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1475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B6562"/>
                </a:solidFill>
              </a:rPr>
              <a:t>InfraGuide AI |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886" y="1296852"/>
            <a:ext cx="104241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/>
              <a:t>Navigate to </a:t>
            </a:r>
            <a:r>
              <a:rPr lang="en-IN" sz="1600" dirty="0" err="1"/>
              <a:t>InfraGuide</a:t>
            </a:r>
            <a:r>
              <a:rPr lang="en-IN" sz="1600" dirty="0"/>
              <a:t> AI </a:t>
            </a:r>
            <a:r>
              <a:rPr lang="en-IN" sz="1600" dirty="0">
                <a:hlinkClick r:id="rId2"/>
              </a:rPr>
              <a:t>http://62.72.30.227:5174/ </a:t>
            </a:r>
            <a:r>
              <a:rPr lang="en-IN" sz="1600" dirty="0"/>
              <a:t>and click </a:t>
            </a:r>
            <a:r>
              <a:rPr lang="en-IN" sz="1600" dirty="0" err="1"/>
              <a:t>Analyze</a:t>
            </a:r>
            <a:r>
              <a:rPr lang="en-IN" sz="1600" dirty="0"/>
              <a:t> Project.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Choose either GitHub Repository URL or Upload ZIP File as the project source.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Select the target Cloud Provider, Migration Goal, Expected Traffic, Budget Preference, and Migration Timeline.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Click Generate Migration Blueprint to start the analysis.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Review the generated recommendations, including: 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IN" sz="1600" dirty="0"/>
              <a:t>Technology Stack Analysis 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IN" sz="1600" dirty="0"/>
              <a:t>Cloud Readiness Assessment 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IN" sz="1600" dirty="0"/>
              <a:t>Recommended Cloud Services 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IN" sz="1600" dirty="0"/>
              <a:t>Cost Estimation and Migration Strategy 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IN" sz="1600" dirty="0"/>
              <a:t>Security Recommendations 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IN" sz="1600" dirty="0"/>
              <a:t>Migration Roadmap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Navigate to the Compare section to view and compare regional pricing across cloud providers.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Verify the Cloud Service Validation results and Runtime Compatibility recommendations.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Download the generated Migration Blueprint in Microsoft Word (.docx) format.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3751604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800" b="1" dirty="0">
                <a:solidFill>
                  <a:srgbClr val="2F5496"/>
                </a:solidFill>
                <a:ea typeface="Calibri"/>
                <a:cs typeface="Calibri"/>
              </a:rPr>
              <a:t> </a:t>
            </a:r>
            <a:r>
              <a:rPr lang="en-US" sz="2800" b="1" dirty="0">
                <a:solidFill>
                  <a:srgbClr val="2F5496"/>
                </a:solidFill>
              </a:rPr>
              <a:t>InfraGuide AI </a:t>
            </a:r>
            <a:r>
              <a:rPr lang="en-US" sz="2800" b="1" dirty="0" err="1">
                <a:solidFill>
                  <a:srgbClr val="2F5496"/>
                </a:solidFill>
              </a:rPr>
              <a:t>Dasboard</a:t>
            </a:r>
            <a:endParaRPr lang="en-US" sz="2800" b="1" dirty="0">
              <a:solidFill>
                <a:srgbClr val="2F5496"/>
              </a:solidFill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13742" y="6510528"/>
            <a:ext cx="97975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dirty="0" err="1">
                <a:solidFill>
                  <a:srgbClr val="5B6562"/>
                </a:solidFill>
              </a:rPr>
              <a:t>InfraGuide</a:t>
            </a:r>
            <a:r>
              <a:rPr sz="850" dirty="0">
                <a:solidFill>
                  <a:srgbClr val="5B6562"/>
                </a:solidFill>
              </a:rPr>
              <a:t> AI | 1</a:t>
            </a:r>
            <a:r>
              <a:rPr lang="en-US" sz="850" dirty="0">
                <a:solidFill>
                  <a:srgbClr val="5B6562"/>
                </a:solidFill>
              </a:rPr>
              <a:t>3</a:t>
            </a:r>
            <a:endParaRPr sz="850" dirty="0">
              <a:solidFill>
                <a:srgbClr val="5B6562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68103" y="1279434"/>
            <a:ext cx="10561320" cy="429768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93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2F5496"/>
                </a:solidFill>
              </a:rPr>
              <a:t>Paste Screenshot: Migration Input Modal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5B6562"/>
                </a:solidFill>
              </a:rPr>
              <a:t>Show the redesigned modal with GitHub/ZIP tabs, provider logo cards, migration goal cards, traffic, budget, and timeline selections.</a:t>
            </a:r>
          </a:p>
        </p:txBody>
      </p:sp>
      <p:pic>
        <p:nvPicPr>
          <p:cNvPr id="6" name="Picture 5" descr="A screenshot of a website&#10;&#10;AI-generated content may be incorrect.">
            <a:extLst>
              <a:ext uri="{FF2B5EF4-FFF2-40B4-BE49-F238E27FC236}">
                <a16:creationId xmlns:a16="http://schemas.microsoft.com/office/drawing/2014/main" id="{7E09C724-98FD-60A1-2B0A-276A02BF7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8003"/>
            <a:ext cx="12192000" cy="53680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0FC05-0035-2496-B6E1-EFEA75BCA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A7407E-D8DC-18F5-6AA4-03DCE7246368}"/>
              </a:ext>
            </a:extLst>
          </p:cNvPr>
          <p:cNvSpPr txBox="1"/>
          <p:nvPr/>
        </p:nvSpPr>
        <p:spPr>
          <a:xfrm>
            <a:off x="530352" y="320040"/>
            <a:ext cx="2611612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 Migration Input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118197-FCF7-CBE2-CDE7-DEE5CE28D56F}"/>
              </a:ext>
            </a:extLst>
          </p:cNvPr>
          <p:cNvSpPr txBox="1"/>
          <p:nvPr/>
        </p:nvSpPr>
        <p:spPr>
          <a:xfrm>
            <a:off x="5613742" y="6510528"/>
            <a:ext cx="97975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dirty="0" err="1">
                <a:solidFill>
                  <a:srgbClr val="5B6562"/>
                </a:solidFill>
              </a:rPr>
              <a:t>InfraGuide</a:t>
            </a:r>
            <a:r>
              <a:rPr sz="850" dirty="0">
                <a:solidFill>
                  <a:srgbClr val="5B6562"/>
                </a:solidFill>
              </a:rPr>
              <a:t> AI | 1</a:t>
            </a:r>
            <a:r>
              <a:rPr lang="en-US" sz="850" dirty="0">
                <a:solidFill>
                  <a:srgbClr val="5B6562"/>
                </a:solidFill>
              </a:rPr>
              <a:t>4</a:t>
            </a:r>
            <a:endParaRPr sz="850" dirty="0">
              <a:solidFill>
                <a:srgbClr val="5B656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A3BF5E-C229-BE40-D265-4AD7DB8E852C}"/>
              </a:ext>
            </a:extLst>
          </p:cNvPr>
          <p:cNvSpPr/>
          <p:nvPr/>
        </p:nvSpPr>
        <p:spPr>
          <a:xfrm>
            <a:off x="822960" y="1417320"/>
            <a:ext cx="10561320" cy="429768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93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2F5496"/>
                </a:solidFill>
              </a:rPr>
              <a:t>Paste Screenshot: Migration Input Modal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5B6562"/>
                </a:solidFill>
              </a:rPr>
              <a:t>Show the redesigned modal with GitHub/ZIP tabs, provider logo cards, migration goal cards, traffic, budget, and timeline selections.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81657A-D61D-F4E7-31BC-A50187590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57" y="1083129"/>
            <a:ext cx="10994571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14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322588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Generated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3742" y="6510528"/>
            <a:ext cx="97975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dirty="0" err="1">
                <a:solidFill>
                  <a:srgbClr val="5B6562"/>
                </a:solidFill>
              </a:rPr>
              <a:t>InfraGuide</a:t>
            </a:r>
            <a:r>
              <a:rPr sz="850" dirty="0">
                <a:solidFill>
                  <a:srgbClr val="5B6562"/>
                </a:solidFill>
              </a:rPr>
              <a:t> AI | 1</a:t>
            </a:r>
            <a:r>
              <a:rPr lang="en-US" sz="850" dirty="0">
                <a:solidFill>
                  <a:srgbClr val="5B6562"/>
                </a:solidFill>
              </a:rPr>
              <a:t>5</a:t>
            </a:r>
            <a:endParaRPr sz="850" dirty="0">
              <a:solidFill>
                <a:srgbClr val="5B6562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61320" cy="429768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93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2F5496"/>
                </a:solidFill>
              </a:rPr>
              <a:t>Paste Screenshot: Generated Migration Blueprint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5B6562"/>
                </a:solidFill>
              </a:rPr>
              <a:t>Show Technology Stack, Cloud Readiness, Recommended Services, Cost And Strategy, Dependencies, Security, Modernization, and Roadmap.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9E5245-6B8C-1647-3AF7-5593B16A4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0671"/>
            <a:ext cx="12192000" cy="53859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A6B10-9074-5311-6E5D-2D095154F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4EE5D1-A4FD-AACB-1676-B7C4496C66D8}"/>
              </a:ext>
            </a:extLst>
          </p:cNvPr>
          <p:cNvSpPr txBox="1"/>
          <p:nvPr/>
        </p:nvSpPr>
        <p:spPr>
          <a:xfrm>
            <a:off x="530352" y="320040"/>
            <a:ext cx="322588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Generated Blueprint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B778B-37C1-4036-2DB7-1C0270B0502A}"/>
              </a:ext>
            </a:extLst>
          </p:cNvPr>
          <p:cNvSpPr txBox="1"/>
          <p:nvPr/>
        </p:nvSpPr>
        <p:spPr>
          <a:xfrm>
            <a:off x="5613742" y="6510528"/>
            <a:ext cx="97975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dirty="0" err="1">
                <a:solidFill>
                  <a:srgbClr val="5B6562"/>
                </a:solidFill>
              </a:rPr>
              <a:t>InfraGuide</a:t>
            </a:r>
            <a:r>
              <a:rPr sz="850" dirty="0">
                <a:solidFill>
                  <a:srgbClr val="5B6562"/>
                </a:solidFill>
              </a:rPr>
              <a:t> AI | 1</a:t>
            </a:r>
            <a:r>
              <a:rPr lang="en-US" sz="850" dirty="0">
                <a:solidFill>
                  <a:srgbClr val="5B6562"/>
                </a:solidFill>
              </a:rPr>
              <a:t>6</a:t>
            </a:r>
            <a:endParaRPr sz="850" dirty="0">
              <a:solidFill>
                <a:srgbClr val="5B656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9A34DD-0007-1077-4F85-B17B327E1778}"/>
              </a:ext>
            </a:extLst>
          </p:cNvPr>
          <p:cNvSpPr/>
          <p:nvPr/>
        </p:nvSpPr>
        <p:spPr>
          <a:xfrm>
            <a:off x="822960" y="1417320"/>
            <a:ext cx="10561320" cy="429768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93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2F5496"/>
                </a:solidFill>
              </a:rPr>
              <a:t>Paste Screenshot: Generated Migration Blueprint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5B6562"/>
                </a:solidFill>
              </a:rPr>
              <a:t>Show Technology Stack, Cloud Readiness, Recommended Services, Cost And Strategy, Dependencies, Security, Modernization, and Roadmap.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200A85-A452-4568-9EA9-35F7C93EEB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1" r="41" b="2042"/>
          <a:stretch>
            <a:fillRect/>
          </a:stretch>
        </p:blipFill>
        <p:spPr>
          <a:xfrm>
            <a:off x="2291" y="1076569"/>
            <a:ext cx="12192012" cy="530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01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5A53-0515-0BBE-4FCC-F3B71DA38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11E77-55C6-B797-4070-505910330F1F}"/>
              </a:ext>
            </a:extLst>
          </p:cNvPr>
          <p:cNvSpPr txBox="1"/>
          <p:nvPr/>
        </p:nvSpPr>
        <p:spPr>
          <a:xfrm>
            <a:off x="530352" y="320040"/>
            <a:ext cx="322588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Generated Blueprint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58FB0-DD4B-3629-37FE-C22A4D415181}"/>
              </a:ext>
            </a:extLst>
          </p:cNvPr>
          <p:cNvSpPr txBox="1"/>
          <p:nvPr/>
        </p:nvSpPr>
        <p:spPr>
          <a:xfrm>
            <a:off x="5613742" y="6510528"/>
            <a:ext cx="97975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dirty="0" err="1">
                <a:solidFill>
                  <a:srgbClr val="5B6562"/>
                </a:solidFill>
              </a:rPr>
              <a:t>InfraGuide</a:t>
            </a:r>
            <a:r>
              <a:rPr sz="850" dirty="0">
                <a:solidFill>
                  <a:srgbClr val="5B6562"/>
                </a:solidFill>
              </a:rPr>
              <a:t> AI | 1</a:t>
            </a:r>
            <a:r>
              <a:rPr lang="en-US" sz="850" dirty="0">
                <a:solidFill>
                  <a:srgbClr val="5B6562"/>
                </a:solidFill>
              </a:rPr>
              <a:t>7</a:t>
            </a:r>
            <a:endParaRPr sz="850" dirty="0">
              <a:solidFill>
                <a:srgbClr val="5B656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AC87836-D628-F779-FE55-2E3A868C85D9}"/>
              </a:ext>
            </a:extLst>
          </p:cNvPr>
          <p:cNvSpPr/>
          <p:nvPr/>
        </p:nvSpPr>
        <p:spPr>
          <a:xfrm>
            <a:off x="822960" y="1417320"/>
            <a:ext cx="10561320" cy="429768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93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2F5496"/>
                </a:solidFill>
              </a:rPr>
              <a:t>Paste Screenshot: Generated Migration Blueprint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5B6562"/>
                </a:solidFill>
              </a:rPr>
              <a:t>Show Technology Stack, Cloud Readiness, Recommended Services, Cost And Strategy, Dependencies, Security, Modernization, and Roadmap.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6AD2C4-382D-CB7C-5ED4-7819A925C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787"/>
            <a:ext cx="12192000" cy="542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11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2643224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800" b="1" dirty="0">
                <a:solidFill>
                  <a:srgbClr val="2F5496"/>
                </a:solidFill>
              </a:rPr>
              <a:t> Regional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3742" y="6510528"/>
            <a:ext cx="97975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dirty="0" err="1">
                <a:solidFill>
                  <a:srgbClr val="5B6562"/>
                </a:solidFill>
              </a:rPr>
              <a:t>InfraGuide</a:t>
            </a:r>
            <a:r>
              <a:rPr sz="850" dirty="0">
                <a:solidFill>
                  <a:srgbClr val="5B6562"/>
                </a:solidFill>
              </a:rPr>
              <a:t> AI | 1</a:t>
            </a:r>
            <a:r>
              <a:rPr lang="en-US" sz="850" dirty="0">
                <a:solidFill>
                  <a:srgbClr val="5B6562"/>
                </a:solidFill>
              </a:rPr>
              <a:t>8</a:t>
            </a:r>
            <a:endParaRPr sz="850" dirty="0">
              <a:solidFill>
                <a:srgbClr val="5B6562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61320" cy="429768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93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2F5496"/>
                </a:solidFill>
              </a:rPr>
              <a:t>Paste Screenshot: Regional Pricing Modal / Word Export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5B6562"/>
                </a:solidFill>
              </a:rPr>
              <a:t>Show Compare and select regional pricing rows, service cost breakdown, selected region update, or downloaded Word blueprint.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BCB8D5-2B31-35CC-5285-8438C3DDE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66" y="851129"/>
            <a:ext cx="11287124" cy="56564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5496"/>
                </a:solidFill>
              </a:rPr>
              <a:t>Closing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3742" y="6510528"/>
            <a:ext cx="97975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dirty="0" err="1">
                <a:solidFill>
                  <a:srgbClr val="5B6562"/>
                </a:solidFill>
              </a:rPr>
              <a:t>InfraGuide</a:t>
            </a:r>
            <a:r>
              <a:rPr sz="850" dirty="0">
                <a:solidFill>
                  <a:srgbClr val="5B6562"/>
                </a:solidFill>
              </a:rPr>
              <a:t> AI | </a:t>
            </a:r>
            <a:r>
              <a:rPr lang="en-US" sz="850" dirty="0">
                <a:solidFill>
                  <a:srgbClr val="5B6562"/>
                </a:solidFill>
              </a:rPr>
              <a:t>19</a:t>
            </a:r>
            <a:endParaRPr sz="850" dirty="0">
              <a:solidFill>
                <a:srgbClr val="5B656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F5496"/>
                </a:solidFill>
              </a:rPr>
              <a:t>InfraGuide AI turns repository evidence into a practical cloud migration blueprint.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43200"/>
            <a:ext cx="320040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496"/>
                </a:solidFill>
              </a:rPr>
              <a:t>Repository Analysis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Grounds the output in actual application files and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743200"/>
            <a:ext cx="3200400" cy="123444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D50"/>
                </a:solidFill>
              </a:rPr>
              <a:t>Groq Reasoning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Improves migration strategy, guidance, roadmap, and architect explanation.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743200"/>
            <a:ext cx="3200400" cy="123444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C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rtlCol="0" anchor="ctr"/>
          <a:lstStyle/>
          <a:p>
            <a:pPr algn="ctr"/>
            <a:r>
              <a:rPr sz="1400" b="1">
                <a:solidFill>
                  <a:srgbClr val="2F5496"/>
                </a:solidFill>
              </a:rPr>
              <a:t>MCP Intelligence</a:t>
            </a:r>
          </a:p>
          <a:p>
            <a:pPr>
              <a:spcBef>
                <a:spcPts val="600"/>
              </a:spcBef>
              <a:defRPr sz="1130">
                <a:solidFill>
                  <a:srgbClr val="1C201E"/>
                </a:solidFill>
              </a:defRPr>
            </a:pPr>
            <a:r>
              <a:t>Provides pricing, regional comparison, runtime support, service availability, and limits.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F5D50"/>
                </a:solidFill>
              </a:rPr>
              <a:t>Result: faster discovery, better cost visibility, clearer cloud planning, and stakeholder-ready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1536</Words>
  <Application>Microsoft Office PowerPoint</Application>
  <PresentationFormat>Widescreen</PresentationFormat>
  <Paragraphs>231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Vivek Mantur</cp:lastModifiedBy>
  <cp:revision>53</cp:revision>
  <dcterms:created xsi:type="dcterms:W3CDTF">2013-01-27T09:14:16Z</dcterms:created>
  <dcterms:modified xsi:type="dcterms:W3CDTF">2026-06-26T06:29:37Z</dcterms:modified>
  <cp:category/>
</cp:coreProperties>
</file>